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Alimentos que deben consumirse para sentirse feliz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Guía práctica basada en evidencia • Autor: David21772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La alimentación influye en neurotransmisores, inflamación, energía y microbiota, factores clave para el estado de ánimo.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Incluir ciertos alimentos de forma regular puede favorecer la producción de serotonina y dopamina, y reducir el estrés oxidativo.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Objetivo: propuestas concretas, porciones sugeridas y consejos prácticos para el día a día.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Chocolate negro (≥ 70% cacao)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Polifenoles, magnesio y precursores de serotonina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El cacao aporta flavonoides que mejoran la vasodilatación y podrían modular la respuesta al estrés.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Contiene triptófano y feniletilamina, asociados a sensación de bienestar (consumo moderado).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Sugerencia: 1–2 onzas (30–40 g) al día, eligiendo opciones con poco azúcar y sin rellenos.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Evitar versiones ultraprocesadas con grasas añadidas o jarabes.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Pescados grasos (omega‑3)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Salmón, sardina, caballa, atún claro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Los ácidos grasos EPA y DHA participan en la estructura neuronal y la señalización sináptica.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Un mejor balance omega‑3/omega‑6 se asocia a menor inflamación sistémica.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Sugerencia: 2–3 porciones por semana; alternativa vegetal: chía, linaza y nueces (ALA).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Preferir preparaciones al horno o a la plancha para conservar nutrientes.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Fermentados y probióticos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Eje intestino‑cerebro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Yogur, kéfir, kimchi y chucrut aportan microorganismos beneficiosos para la microbiota.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Una microbiota diversa produce metabolitos (ej. ácidos grasos de cadena corta) con efectos neuromoduladores.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Evidencia emergente: menor ansiedad y mejor manejo del estrés cuando se combinan con fibra prebiótica.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Sugerencia: 1 ración diaria; vigilar azúcares añadidos en yogures saborizados.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Frutas y verduras coloridas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Antioxidantes, folato y vitamina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Bayas, cítricos, espinaca y brócoli ayudan a combatir el estrés oxidativo y la inflamación.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El folato se asocia con mejor función cognitiva y síntesis de neurotransmisores.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Sugerencia: al menos 5 porciones al día variando colores (rojo, morado, verde, naranja).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Preferir frescas o al vapor para conservar vitaminas termo‑sensibles.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Cereales integrales y legumbres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Energía estable y saciedad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Avena, quinoa, lentejas y garbanzos aportan fibra que estabiliza la glucosa en sangre.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Los picos glucémicos se asocian con cambios de humor; mantener energía constante favorece el equilibrio emocional.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Sugerencia: incluir al menos una porción en cada comida principal (½ taza cocida).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Combinar con proteínas magras para optimizar absorción y saciedad.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C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-914400" y="0"/>
            <a:ext cx="3200400" cy="6858000"/>
          </a:xfrm>
          <a:prstGeom prst="rtTriangl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10241280" y="-182880"/>
            <a:ext cx="3200400" cy="7223760"/>
          </a:xfrm>
          <a:prstGeom prst="rtTriangl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000">
                <a:solidFill>
                  <a:srgbClr val="FF8C00"/>
                </a:solidFill>
              </a:rPr>
              <a:t>Resumen y recomendaciones finales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ECC71"/>
                </a:solidFill>
              </a:rPr>
              <a:t>Implementación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Combinar estos alimentos en un patrón alimentario equilibrado, sin obsesionarse con uno solo.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La constancia es más importante que la perfección: pequeños cambios sostenibles generan mayor impacto.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Considerar factores individuales: alergias, preferencias culturales y presupuesto disponible.</a:t>
            </a:r>
          </a:p>
          <a:p>
            <a:pPr>
              <a:spcAft>
                <a:spcPts val="800"/>
              </a:spcAft>
              <a:defRPr sz="2100">
                <a:solidFill>
                  <a:srgbClr val="F5F5F5"/>
                </a:solidFill>
              </a:defRPr>
            </a:pPr>
            <a:r>
              <a:t>Recordar que la alimentación es solo una parte: ejercicio, sueño y apoyo social también influyen en el bienestar.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828800"/>
            <a:ext cx="4023360" cy="3291840"/>
          </a:xfrm>
          <a:prstGeom prst="rect">
            <a:avLst/>
          </a:prstGeom>
          <a:solidFill>
            <a:srgbClr val="5A6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5F5F5"/>
                </a:solidFill>
              </a:rPr>
              <a:t>Imagen no disponible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